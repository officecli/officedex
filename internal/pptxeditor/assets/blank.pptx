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presentationml.viewProps+xml" PartName="/ppt/viewProps.xml"/>
  <Override ContentType="application/vnd.openxmlformats-officedocument.presentationml.tableStyles+xml" PartName="/ppt/tableStyles.xml"/>
  <Override ContentType="application/vnd.openxmlformats-officedocument.presentationml.slide+xml" PartName="/ppt/slides/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/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="http://schemas.microsoft.com/office/powerpoint/2012/main" saveSubsetFonts="1" autoCompressPictures="0">
  <p:sldMasterIdLst>
    <p:sldMasterId id="2147483648" r:id="rId6"/>
  </p:sldMasterIdLst>
  <p:sldIdLst>
    <p:sldId id="256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="http://schemas.microsoft.com/office/powerpoint/2012/main">
  <p:extLst>
    <p:ext uri="{E76CE94A-603C-4142-B9EB-6D1370010A27}">
      <p14:discardImageEditData val="0"/>
    </p:ext>
    <p:ext uri="{D31A062A-798A-4329-ABDD-BBA856620510}">
      <p14:defaultImageDpi val="32767"/>
    </p:ext>
    <p:ext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tableStyles" Target="tableStyles.xml"/><Relationship Id="rId4" Type="http://schemas.openxmlformats.org/officeDocument/2006/relationships/theme" Target="theme/theme1.xml"/><Relationship Id="rId6" Type="http://schemas.openxmlformats.org/officeDocument/2006/relationships/slideMaster" Target="slideMasters/slideMaster1.xml"/><Relationship Id="rId5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="http://schemas.microsoft.com/office/powerpoint/2012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81849817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p15="http://schemas.microsoft.com/office/powerpoint/2012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230076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cx="http://schemas.microsoft.com/office/drawing/2014/charte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