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ContentType="application/vnd.openxmlformats-officedocument.presentationml.viewProps+xml" PartName="/ppt/viewProps.xml"/>
  <Override ContentType="application/vnd.openxmlformats-officedocument.presentationml.slide+xml" PartName="/ppt/slides/slide1.xml"/>
  <Override ContentType="application/vnd.openxmlformats-officedocument.presentationml.slideLayout+xml" PartName="/ppt/slideLayouts/slideLayou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3.xml"/>
  <Override ContentType="application/vnd.openxmlformats-officedocument.theme+xml" PartName="/ppt/theme/theme1.xml"/>
  <Override ContentType="application/vnd.openxmlformats-officedocument.presentationml.slideMaster+xml" PartName="/ppt/slideMasters/slideMaster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5.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saveSubsetFonts="1" autoCompressPictures="0">
  <p:sldMasterIdLst>
    <p:sldMasterId id="2147483648" r:id="rId6"/>
  </p:sldMasterIdLst>
  <p:sldIdLst>
    <p:sldId id="256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slide" Target="slides/slide1.xml"/><Relationship Id="rId3" Type="http://schemas.openxmlformats.org/officeDocument/2006/relationships/tableStyles" Target="tableStyles.xml"/><Relationship Id="rId6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7" Type="http://schemas.openxmlformats.org/officeDocument/2006/relationships/slideLayout" Target="../slideLayouts/slideLayout7.xml"/><Relationship Id="rId5" Type="http://schemas.openxmlformats.org/officeDocument/2006/relationships/slideLayout" Target="../slideLayouts/slideLayout5.xml"/><Relationship Id="rId3" Type="http://schemas.openxmlformats.org/officeDocument/2006/relationships/slideLayout" Target="../slideLayouts/slideLayout3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6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cx="http://schemas.microsoft.com/office/drawing/2014/chartex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/>
            <a:r>
              <a:rPr sz="4400" kern="1200">
                <a:solidFill>
                  <a:schemeClr val="tx1"/>
                </a:solidFill>
                <a:latin typeface="Calibri"/>
                <a:ea typeface="宋体"/>
                <a:cs typeface="Calibri"/>
              </a:rPr>
              <a:t>After shortcut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Shortcut save body.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